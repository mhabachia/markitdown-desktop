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MarkItDown Desktop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Modernes Desktop UI für Microsoft MarkItDown</a:t>
            </a:r>
          </a:p>
          <a:p>
            <a:r>
              <a:t>Präsentiert auf modernem macOS &amp; Windows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Kernfunktionen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Lokale Konvertierung</a:t>
            </a:r>
          </a:p>
          <a:p>
            <a:r>
              <a:t>• Markdown Vorschau &amp; Editor</a:t>
            </a:r>
          </a:p>
          <a:p>
            <a:r>
              <a:t>• Stapelverarbeitung &amp; Ordnerimport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